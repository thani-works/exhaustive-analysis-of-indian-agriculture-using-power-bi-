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Super Store Product Diagnosis</a:t>
            </a:r>
          </a:p>
          <a:p>
            <a:pPr algn="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46544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213163"/>
                </a:solidFill>
              </a:rPr>
              <a:t>Learning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1AC1B-D3FD-E13D-6F44-108B4221C5F4}"/>
              </a:ext>
            </a:extLst>
          </p:cNvPr>
          <p:cNvSpPr txBox="1"/>
          <p:nvPr/>
        </p:nvSpPr>
        <p:spPr>
          <a:xfrm>
            <a:off x="199809" y="1630397"/>
            <a:ext cx="6800431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To  perform </a:t>
            </a:r>
            <a:r>
              <a:rPr lang="en-IN" sz="2000" dirty="0" err="1"/>
              <a:t>loading,cleaning</a:t>
            </a:r>
            <a:r>
              <a:rPr lang="en-IN" sz="2000" dirty="0"/>
              <a:t> and transformation of data using Power BI.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To learn how to create and customize various charts and advanced visualizations.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To modify chart </a:t>
            </a:r>
            <a:r>
              <a:rPr lang="en-IN" sz="2000" dirty="0" err="1"/>
              <a:t>colors,add</a:t>
            </a:r>
            <a:r>
              <a:rPr lang="en-IN" sz="2000" dirty="0"/>
              <a:t> visual </a:t>
            </a:r>
            <a:r>
              <a:rPr lang="en-IN" sz="2000" dirty="0" err="1"/>
              <a:t>box,shadow</a:t>
            </a:r>
            <a:r>
              <a:rPr lang="en-IN" sz="2000" dirty="0"/>
              <a:t> and change background </a:t>
            </a:r>
            <a:r>
              <a:rPr lang="en-IN" sz="2000" dirty="0" err="1"/>
              <a:t>color</a:t>
            </a:r>
            <a:r>
              <a:rPr lang="en-IN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Learn how to use slicers and filters for creating interactive dashboards.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T</a:t>
            </a:r>
            <a:r>
              <a:rPr lang="en-IN" sz="2200" b="1" dirty="0" err="1">
                <a:solidFill>
                  <a:srgbClr val="213163"/>
                </a:solidFill>
              </a:rPr>
              <a:t>ools</a:t>
            </a:r>
            <a:r>
              <a:rPr lang="en-IN" sz="22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59536-7A26-5E3B-613E-F4FCD3BB6869}"/>
              </a:ext>
            </a:extLst>
          </p:cNvPr>
          <p:cNvSpPr txBox="1"/>
          <p:nvPr/>
        </p:nvSpPr>
        <p:spPr>
          <a:xfrm>
            <a:off x="577970" y="2156604"/>
            <a:ext cx="11162581" cy="325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Bar Charts are used to compare categories by placing data on the x and y axes.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 Line Charts track changes over time to reveal trends.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Pie Charts represent parts of a whole, such as sales by region.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Treemaps</a:t>
            </a:r>
            <a:r>
              <a:rPr lang="en-US" dirty="0"/>
              <a:t> use colored rectangles to compare data in a hierarchical structure.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 Funnel Charts show the stages of a process, Cards display key figures.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 Donut Charts show proportions with additional space for extra 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Methodology </a:t>
            </a:r>
            <a:endParaRPr lang="en-IN" sz="22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40B66-AB2B-2120-AF7A-34F6C0912300}"/>
              </a:ext>
            </a:extLst>
          </p:cNvPr>
          <p:cNvSpPr txBox="1"/>
          <p:nvPr/>
        </p:nvSpPr>
        <p:spPr>
          <a:xfrm>
            <a:off x="629728" y="1802921"/>
            <a:ext cx="11041812" cy="2678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 the visualizations tab, begin by choosing the right chart to analyze your data.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Next, add data to the x-axis and y-axis to show how the variables relate.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You can apply filters to focus on specific data, like the top N points.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 Customize the chart's look by changing colors and backgrounds.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Finally, create a dashboard to show all the charts on one page for a complete overview.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29225" y="1037159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Problem Statement:  </a:t>
            </a:r>
            <a:endParaRPr lang="en-IN" sz="22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25ECEE-D3C1-8EA3-C2B3-6D831DEECC72}"/>
              </a:ext>
            </a:extLst>
          </p:cNvPr>
          <p:cNvSpPr txBox="1"/>
          <p:nvPr/>
        </p:nvSpPr>
        <p:spPr>
          <a:xfrm>
            <a:off x="1380226" y="1656271"/>
            <a:ext cx="9135373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 analyze the superstore dataset and estimate the profit from the products sold.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F61E60-2369-E953-261A-2CFF92B2FA04}"/>
              </a:ext>
            </a:extLst>
          </p:cNvPr>
          <p:cNvSpPr txBox="1"/>
          <p:nvPr/>
        </p:nvSpPr>
        <p:spPr>
          <a:xfrm>
            <a:off x="543464" y="1880558"/>
            <a:ext cx="11188461" cy="2103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Analyzing the superstore dataset reveals new trends and insights, giving a clearer understanding of the data.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It allows businesses to evaluate sales in real-time and make quick decisions.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dataset can also be updated with new data, improving analysis and boosting sales performance over 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94719" y="1011280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Screenshot of Output:  </a:t>
            </a:r>
            <a:endParaRPr lang="en-IN" sz="2200" b="1" dirty="0">
              <a:solidFill>
                <a:srgbClr val="21316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1369E-96F3-3A30-0092-A643221AC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081" y="1636576"/>
            <a:ext cx="8839966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Conclusion:  </a:t>
            </a:r>
            <a:endParaRPr lang="en-IN" sz="22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22AF74-F79B-23A7-CDEE-A759B4CF10E7}"/>
              </a:ext>
            </a:extLst>
          </p:cNvPr>
          <p:cNvSpPr txBox="1"/>
          <p:nvPr/>
        </p:nvSpPr>
        <p:spPr>
          <a:xfrm>
            <a:off x="1043796" y="1656272"/>
            <a:ext cx="9514936" cy="1763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Successfully </a:t>
            </a:r>
            <a:r>
              <a:rPr lang="en-IN" dirty="0" err="1"/>
              <a:t>imported,cleaned</a:t>
            </a:r>
            <a:r>
              <a:rPr lang="en-IN" dirty="0"/>
              <a:t> and transformed raw data using Power BI for analysis.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Created various charts and graphs such as bar chart, line </a:t>
            </a:r>
            <a:r>
              <a:rPr lang="en-IN" dirty="0" err="1"/>
              <a:t>chart,pie</a:t>
            </a:r>
            <a:r>
              <a:rPr lang="en-IN" dirty="0"/>
              <a:t> </a:t>
            </a:r>
            <a:r>
              <a:rPr lang="en-IN" dirty="0" err="1"/>
              <a:t>chart,donut</a:t>
            </a:r>
            <a:r>
              <a:rPr lang="en-IN" dirty="0"/>
              <a:t> </a:t>
            </a:r>
            <a:r>
              <a:rPr lang="en-IN" dirty="0" err="1"/>
              <a:t>chart,cards</a:t>
            </a:r>
            <a:r>
              <a:rPr lang="en-IN" dirty="0"/>
              <a:t> and </a:t>
            </a:r>
            <a:r>
              <a:rPr lang="en-IN" dirty="0" err="1"/>
              <a:t>treemaps</a:t>
            </a:r>
            <a:r>
              <a:rPr lang="en-IN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Designed interactive dashboard for better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48</TotalTime>
  <Words>353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sweth</cp:lastModifiedBy>
  <cp:revision>8</cp:revision>
  <dcterms:created xsi:type="dcterms:W3CDTF">2024-12-31T09:40:01Z</dcterms:created>
  <dcterms:modified xsi:type="dcterms:W3CDTF">2025-02-08T14:05:08Z</dcterms:modified>
</cp:coreProperties>
</file>